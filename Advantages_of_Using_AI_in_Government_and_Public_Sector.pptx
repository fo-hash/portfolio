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66027f12e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66027f12e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66027f12e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66027f12e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66027f12e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66027f12e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66027f12e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66027f12e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66027f12e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66027f12e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66027f12e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66027f12e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66027f12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66027f12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66027f12e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66027f12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66027f12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66027f12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66027f12e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66027f12e_0_2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3537150" y="11084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900">
                <a:solidFill>
                  <a:srgbClr val="FFFFFF"/>
                </a:solidFill>
              </a:rPr>
              <a:t>AI in Disaster Response</a:t>
            </a:r>
            <a:endParaRPr b="1" sz="4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4310550" y="2687375"/>
            <a:ext cx="34707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6250">
                <a:latin typeface="Montserrat"/>
                <a:ea typeface="Montserrat"/>
                <a:cs typeface="Montserrat"/>
                <a:sym typeface="Montserrat"/>
              </a:rPr>
              <a:t>Advantages of Using AI in Government and Public Sector</a:t>
            </a:r>
            <a:endParaRPr sz="6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GB" sz="7000">
                <a:latin typeface="Montserrat"/>
                <a:ea typeface="Montserrat"/>
                <a:cs typeface="Montserrat"/>
                <a:sym typeface="Montserrat"/>
              </a:rPr>
              <a:t>By Funsho Orogun</a:t>
            </a:r>
            <a:endParaRPr b="1" sz="7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 sz="4800"/>
              <a:t>Introduction</a:t>
            </a:r>
            <a:endParaRPr sz="4800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Disaster response is a critical area where AI supports rapid, data-driven decisions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AI Tools Used: machine learning, satellite imagery, drones, and NLP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AI complements human judgment in high-risk and time-sensitive situations </a:t>
            </a: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AI Tools Used: machine learning, satellite imagery, drones, and NLP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/>
              <a:t>Disaster Response</a:t>
            </a:r>
            <a:endParaRPr b="1" sz="4800"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Traditional damage assessments are slow, costly, and dangerous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Agencies such as </a:t>
            </a:r>
            <a:r>
              <a:rPr b="1" lang="en-GB" sz="1800">
                <a:latin typeface="Montserrat"/>
                <a:ea typeface="Montserrat"/>
                <a:cs typeface="Montserrat"/>
                <a:sym typeface="Montserrat"/>
              </a:rPr>
              <a:t>FEMA</a:t>
            </a: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 use AI for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prediction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damage assessment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coordination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/>
              <a:t>CASE STUDY</a:t>
            </a:r>
            <a:endParaRPr b="1" sz="4800"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668925" y="1460250"/>
            <a:ext cx="4014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Turkey-Syria Earthquake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February 6th 2023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7.8-Magnitude Earthquake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925" y="1460250"/>
            <a:ext cx="4729676" cy="31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/>
              <a:t>CASE STUDY</a:t>
            </a:r>
            <a:endParaRPr b="1" sz="4800"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157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In the 2023 Turkey-Syria Earthquake, AI…..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helped identify collapsed buildings within hours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Find damage zones in real time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predicted where survivors were most likely located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flagged urgent help requests and guided responders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significantly reduced time needed to assess large‑scale destruction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/>
              <a:t>Benefits</a:t>
            </a:r>
            <a:endParaRPr b="1" sz="4800"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Helps governments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plan evacuations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allocate resources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predict damage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reduce loss of life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lower recovery costs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Faster response times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better resource allocation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/>
              <a:t>Challenges</a:t>
            </a:r>
            <a:endParaRPr b="1" sz="4800"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high costs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AI tools, drones, and communication systems can be hacked or manipulated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Challenges Involving: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data quality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privacy concerns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○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need for human oversight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/>
              <a:t>Ethical Concerns</a:t>
            </a:r>
            <a:endParaRPr b="1" sz="4800"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may reinforce existing data biases, causing unequal aid distribution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Lack of transparency in AI‑driven decisions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Large‑scale data collection can compromise privacy during vulnerable moments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Vulnerable groups may be excluded if AI systems overlook undocumented or offline populations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/>
              <a:t>Societal Impact</a:t>
            </a:r>
            <a:endParaRPr b="1" sz="4800"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Improves community safety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Better coordination between agencies and responders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helps reduce confusion during crises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Automation shifts workforce roles and requires new training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Increased data collection may normalize long‑term surveillance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/>
              <a:t>Conclusion</a:t>
            </a:r>
            <a:endParaRPr b="1" sz="4800"/>
          </a:p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AI significantly enhances disaster response capabilities in the public sector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Innovative applications like digital twins can further strengthen preparedness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human oversight remain essential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 sz="4800"/>
              <a:t>References</a:t>
            </a:r>
            <a:endParaRPr b="1" sz="4800"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Federal Emergency Management Agency (2024). Artificial Intelligence Use Case Inventory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Government Accountability Office (2023). AI in Natural Hazard Modeling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Deloitte Center for Government Insights (2023). AI in Emergency Management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RAND Corporation (2025). How AI Is Changing Disaster Response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Xu, J., Nair, D. J., &amp; Waller, S. T. (2025). AI in Disaster Management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